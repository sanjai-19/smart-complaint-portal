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D4ED8"/>
                </a:solidFill>
                <a:latin typeface="Arial"/>
              </a:defRPr>
            </a:pPr>
            <a:r>
              <a:t>SLIDE 1 / 20  •  CAPSTONE PROJECT CHARTER</a:t>
            </a:r>
          </a:p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Smart Complaint &amp; Grievance Redressal Portal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Hierarchical Campus Grievance Redressal &amp; SLA Auto-Escalation Web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502920"/>
            <a:ext cx="118872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D4ED8"/>
                </a:solidFill>
                <a:latin typeface="Arial"/>
              </a:defRPr>
            </a:pPr>
            <a:r>
              <a:t>SIST CSE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👨‍💻 Student Candidate Information (Solo Lead)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Student Lead: Sanjai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Register Number: 44731076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Department: B.E. Computer Science &amp; Engineering (Artificial Intelligence)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Batch &amp; Section: 2024 – 2028 / 3rd Year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Project Domain: Full-Stack Web Architecture, Database Systems &amp; Process Automation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Team Structure: Individual Capstone Project (Solo Lead — No Partner)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🏛️ Institutional Affiliation &amp; Guide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Institution: Sathyabama Institute of Science and Technology (SIST)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Project Mentor / Guide: Faculty Guide, Dept. of CSE (Artificial Intelligence)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Evaluation Rubric: Full-Stack Engineering Capstone (100 Marks)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Architecture: 3-Tier Web Architecture (Java SE 21 + MySQL 8.0 + Vanilla JS)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GitHub Repo: sanjai-19/smart-complaint-portal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SDLC Phase: Phase 1 (Define) to Phase 4 (Deploy)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Smart Complaint Portal | Candidate: Sanjai (44731076) | B.E. CSE AI (2024-2028 / 3rd Year) | Sathyabama Institute of Science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D4ED8"/>
                </a:solidFill>
                <a:latin typeface="Arial"/>
              </a:defRPr>
            </a:pPr>
            <a:r>
              <a:t>SLIDE 2 / 20  •  PHASE 1: DEFINE</a:t>
            </a:r>
          </a:p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Introduction &amp; Domain Background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Why Campus Grievance Redressal Demands Algorithmic Governance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502920"/>
            <a:ext cx="118872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D4ED8"/>
                </a:solidFill>
                <a:latin typeface="Arial"/>
              </a:defRPr>
            </a:pPr>
            <a:r>
              <a:t>SIST CSE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Context &amp; Operational Domain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Higher education institutions manage tens of thousands of active stakeholders daily (students, faculty, hostel residents, staff).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Campus infrastructure spans hostels, classrooms, laboratories, network connectivity, and administrative operations.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Grievances are inevitable: electrical faults, plumbing leaks, lab gear breakdowns, academic disputes, and hygiene concerns.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Fast, accountable resolution directly impacts student safety, mental well-being, and institutional accreditations (NAAC/NIRF).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Legacy System Deficiencies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Physical suggestion boxes: Paper notes sit unread for weeks with zero accountability.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Informal WhatsApp/Email: Grievances get buried in overflowing administrative inboxes.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No audit trail: Lost complaints leave students anxious with zero tracking visibility.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Total absence of SLAs: No enforced deadlines or automatic escalation to higher authorities.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Smart Complaint Portal | Candidate: Sanjai (44731076) | B.E. CSE AI (2024-2028 / 3rd Year) | Sathyabama Institute of Science and 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D4ED8"/>
                </a:solidFill>
                <a:latin typeface="Arial"/>
              </a:defRPr>
            </a:pPr>
            <a:r>
              <a:t>SLIDE 3 / 20  •  PHASE 1: DEFINE</a:t>
            </a:r>
          </a:p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Problem Statement &amp; Campus Inefficiencies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Critical Gaps in Traditional Higher-Education Grievance Pipelines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502920"/>
            <a:ext cx="118872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D4ED8"/>
                </a:solidFill>
                <a:latin typeface="Arial"/>
              </a:defRPr>
            </a:pPr>
            <a:r>
              <a:t>SIST CSE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Core Bottlenecks Identified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Zero SLA Accountability: Average grievance turnaround exceeds 14 business days.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Asymmetric Information: Students cannot see who is assigned or the current status.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Arbitrary Ticket Closure: Staff can claim 'Resolved' without physical verification.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Unstructured Attachments: WhatsApp photos lead to disk clutter without database integrity.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Empirical Impact on Campus Life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Repeat Grievances: Over 40% of submitted grievances are duplicates due to silence.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Escalation Black Hole: Urgent safety issues take days to reach Deans or HODs.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Administrative Fatigue: Support staff spend 60% of their time manually fielding status inquiries.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Accreditation Compliance Risk: Lack of automated audit logs harms compliance reporting.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Smart Complaint Portal | Candidate: Sanjai (44731076) | B.E. CSE AI (2024-2028 / 3rd Year) | Sathyabama Institute of Science and Technology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D4ED8"/>
                </a:solidFill>
                <a:latin typeface="Arial"/>
              </a:defRPr>
            </a:pPr>
            <a:r>
              <a:t>SLIDE 4 / 20  •  PHASE 1: DEFINE</a:t>
            </a:r>
          </a:p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Proposed Solution &amp; Key Value Proposition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An Automated, Transparent, 3-Tier Redressal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502920"/>
            <a:ext cx="118872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D4ED8"/>
                </a:solidFill>
                <a:latin typeface="Arial"/>
              </a:defRPr>
            </a:pPr>
            <a:r>
              <a:t>SIST CSE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Core Architectural Pillars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Automated Priority Matrix: Categorizes urgency (Emergency, High, Medium, Low) upon submission.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Strict 48-Hour SLA Timers: Live real-time countdown visible to both student and administration.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Multi-Tier Auto Escalation: Timers automatically escalate tickets from Coordinator -&gt; HOD -&gt; Dean.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Closed-Loop Rating Guard: Administrators cannot close tickets without student satisfaction verification.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Measurable Value Realization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Resolution Velocity: Reduces average turnaround time from 14 days down to &lt; 48 hours.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100% Tracking Transparency: Real-time status tracker (SUBMITTED -&gt; IN_PROGRESS -&gt; ACTION_TAKEN -&gt; RESOLVED).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Client-Side Media Optimization: Canvas-compressed base64 photo capture prevents storage bloat.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Tamper-Proof Audit Trail: Complete immutable historical timeline of every administrative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Smart Complaint Portal | Candidate: Sanjai (44731076) | B.E. CSE AI (2024-2028 / 3rd Year) | Sathyabama Institute of Science and Technology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D4ED8"/>
                </a:solidFill>
                <a:latin typeface="Arial"/>
              </a:defRPr>
            </a:pPr>
            <a:r>
              <a:t>SLIDE 5 / 20  •  PHASE 1: DEFINE</a:t>
            </a:r>
          </a:p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Agile SDLC Methodology &amp; CARE AI Prompts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Structured 4-Phase Delivery &amp; Disciplined Prompt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502920"/>
            <a:ext cx="118872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D4ED8"/>
                </a:solidFill>
                <a:latin typeface="Arial"/>
              </a:defRPr>
            </a:pPr>
            <a:r>
              <a:t>SIST CSE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SIST 4-Phase SDLC Lifecycle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Phase 1: DEFINE - User stories, persona mapping, Given/When/Then acceptance criteria.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Phase 2: DESIGN - 3-tier architecture, 3NF MySQL relational model, REST API contracts.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Phase 3: DEVELOP - Java 21 HTTP engine, BCrypt security, responsive UI, escalation thread.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Phase 4: DEPLOY - CORS resolution, attachment bug fixes, live demonstration, viva pitch.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CARE AI Engineering Framework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C (Context): Full-stack developer in Java 21, MySQL 8.0, and vanilla JavaScript.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A (Action): Design normalized schemas, REST endpoints, and background SLA timers.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R (Result): Return complete production-ready code, 3NF DDL, and zero-framework APIs.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E (Example/Clarification): Provided sample complaint payloads and escalation timing logic.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Smart Complaint Portal | Candidate: Sanjai (44731076) | B.E. CSE AI (2024-2028 / 3rd Year) | Sathyabama Institute of Science and Technology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D4ED8"/>
                </a:solidFill>
                <a:latin typeface="Arial"/>
              </a:defRPr>
            </a:pPr>
            <a:r>
              <a:t>SLIDE 6 / 20  •  PHASE 2: DESIGN</a:t>
            </a:r>
          </a:p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System Architecture Diagram (3-Tier Model)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Decoupled Presentation, Application &amp; Relational Persistence Layers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502920"/>
            <a:ext cx="118872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D4ED8"/>
                </a:solidFill>
                <a:latin typeface="Arial"/>
              </a:defRPr>
            </a:pPr>
            <a:r>
              <a:t>SIST CSE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Tier Breakdown &amp; Flow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Tier 1 (Presentation): HTML5 semantic markup, CSS3 custom design tokens, Bootstrap 5, Vanilla JS.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Tier 2 (Application / Business Logic): Java SE 21 native com.sun.net.httpserver.HttpServer.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Tier 3 (Data Persistence): MySQL 8.0 relational database with ACID compliance &amp; InnoDB engine.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Async Task Engine: Java ScheduledExecutorService background thread monitoring SLA timeouts.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Design Principles Enforced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Zero-Framework Lean Backend: Avoids Spring Boot heavyweight overhead; starts in &lt; 500ms.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Loose Coupling via REST: JSON contracts decouple UI from backend execution.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Security Perimeter: Password hashing via BCrypt and parameterized JDBC SQL execution.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Single Port Multi-Hosting: Backend serves REST API and frontend static assets on port 8080.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Smart Complaint Portal | Candidate: Sanjai (44731076) | B.E. CSE AI (2024-2028 / 3rd Year) | Sathyabama Institute of Science and Technology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D4ED8"/>
                </a:solidFill>
                <a:latin typeface="Arial"/>
              </a:defRPr>
            </a:pPr>
            <a:r>
              <a:t>SLIDE 7 / 20  •  PHASE 2: DESIGN</a:t>
            </a:r>
          </a:p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Relational Database Schema (3NF ER Model)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ACID Compliance, Third Normal Form &amp; Foreign Key Referential Integrity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502920"/>
            <a:ext cx="118872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D4ED8"/>
                </a:solidFill>
                <a:latin typeface="Arial"/>
              </a:defRPr>
            </a:pPr>
            <a:r>
              <a:t>SIST CSE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Core Relational Tables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users: (id [PK], name, email [UNIQUE], password_hash [BCrypt], role, department, created_at)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complaints: (id [PK], tracking_id [UNIQUE], user_id [FK], title, description, category, priority, status, escalation_level, attachment_path [LONGTEXT], rating, feedback, created_at, updated_at)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complaint_actions: (id [PK], complaint_id [FK], action_by [FK], action_type, comments, action_timestamp)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Normalization Guarantees (1NF -&gt; 3NF)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1NF: Atomic attributes, single-valued columns, primary keys defined on every entity.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2NF: No partial dependency; non-key attributes fully depend on the entire primary key.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3NF: No transitive dependency; user data stored once in users, referenced via user_id FK.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Cascading Constraints: Foreign keys configured with ON DELETE CASCADE for audit safety.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Smart Complaint Portal | Candidate: Sanjai (44731076) | B.E. CSE AI (2024-2028 / 3rd Year) | Sathyabama Institute of Science and Technology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D4ED8"/>
                </a:solidFill>
                <a:latin typeface="Arial"/>
              </a:defRPr>
            </a:pPr>
            <a:r>
              <a:t>SLIDE 8 / 20  •  PHASE 2: DESIGN</a:t>
            </a:r>
          </a:p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Database Integrity, Constraints &amp; Transactions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ACID Concurrency, Strict Constraints &amp; Index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502920"/>
            <a:ext cx="118872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D4ED8"/>
                </a:solidFill>
                <a:latin typeface="Arial"/>
              </a:defRPr>
            </a:pPr>
            <a:r>
              <a:t>SIST CSE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Integrity Constraints Enforced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Unique Constraints: email in users table; tracking_id (CMP-XXXXXXXX) in complaints.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Check Constraints: ENUM types for role (STUDENT, ADMIN, COORDINATOR, HOD, DEAN).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Status Transition States: SUBMITTED -&gt; IN_PROGRESS -&gt; ACTION_TAKEN -&gt; RESOLVED.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Rating Bounds: rating TINYINT strictly validated between 1 and 5 stars.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Performance &amp; Indexing Strategy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B-Tree Indexes: Created on user_id, status, and created_at for O(log n) lookups.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Timestamp Index: Powers high-performance SLA timeout queries without full table scans.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Connection Management: PreparedStatement reuse prevents memory leaks and pool exhaustion.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Data Safety: InnoDB engine provides write-ahead logging (WAL) and crash recovery.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Smart Complaint Portal | Candidate: Sanjai (44731076) | B.E. CSE AI (2024-2028 / 3rd Year) | Sathyabama Institute of Science and Technology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D4ED8"/>
                </a:solidFill>
                <a:latin typeface="Arial"/>
              </a:defRPr>
            </a:pPr>
            <a:r>
              <a:t>SLIDE 9 / 20  •  PHASE 2: DESIGN</a:t>
            </a:r>
          </a:p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REST API Design &amp; HTTP Endpoint Contracts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Standardized RESTful Endpoints with JSON Payloads &amp; Proper Status Codes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502920"/>
            <a:ext cx="118872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D4ED8"/>
                </a:solidFill>
                <a:latin typeface="Arial"/>
              </a:defRPr>
            </a:pPr>
            <a:r>
              <a:t>SIST CSE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Public &amp; Authentication Endpoints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POST /api/register -&gt; Registers student/admin with BCrypt hash (201 Created).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POST /api/login -&gt; Authenticates user and returns session identity (200 OK).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GET /api/complaints/track?id={id} -&gt; Real-time status tracking for students (200 OK).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GET /api/complaints/my?user_id={id} -&gt; Personal complaint history for active student (200 OK).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Grievance Management Endpoints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POST /api/complaints -&gt; Submits new grievance with compressed photo (201 Created).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GET /api/complaints/all -&gt; Administrative dashboard master feed (200 OK).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PUT /api/complaints/action -&gt; Records admin action and status update (200 OK).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PUT /api/complaints/rate -&gt; Submits closed-loop 1-5 star student satisfaction (200 OK).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Smart Complaint Portal | Candidate: Sanjai (44731076) | B.E. CSE AI (2024-2028 / 3rd Year) | Sathyabama Institute of Science and Technology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D4ED8"/>
                </a:solidFill>
                <a:latin typeface="Arial"/>
              </a:defRPr>
            </a:pPr>
            <a:r>
              <a:t>SLIDE 10 / 20  •  PHASE 3: DEVELOP</a:t>
            </a:r>
          </a:p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Frontend UI Design System &amp; Component Library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Responsive Student Portal &amp; Admin Governance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502920"/>
            <a:ext cx="118872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D4ED8"/>
                </a:solidFill>
                <a:latin typeface="Arial"/>
              </a:defRPr>
            </a:pPr>
            <a:r>
              <a:t>SIST CSE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UI Components &amp; User Experience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Clean Academic Theme: Slate and royal blue color tokens for clarity and readability.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Responsive CSS Grid &amp; Flexbox: Seamlessly adapts across mobile, tablet, and widescreen monitors.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Live Countdown Timers: JavaScript intervals calculate and render remaining SLA hours:minutes.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Dynamic Badges: Color-coded priority tags (CRITICAL, HIGH, MEDIUM, LOW) and status pills.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Interactive Feedback &amp; Forms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Interactive 5-Star Rating Widget: Student verification with visual hover micro-animations.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Client-Side Form Validation: Prevents empty submissions and checks email syntax before fetch.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Zero Dependencies: Clean vanilla JavaScript (no npm, no React) ensures instant load times.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Accessible Semantic Markup: ARIA tags, proper label bindings, and keyboard-friendly navigation.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Smart Complaint Portal | Candidate: Sanjai (44731076) | B.E. CSE AI (2024-2028 / 3rd Year) | Sathyabama Institute of Science and Technology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D4ED8"/>
                </a:solidFill>
                <a:latin typeface="Arial"/>
              </a:defRPr>
            </a:pPr>
            <a:r>
              <a:t>SLIDE 11 / 20  •  PHASE 3: DEVELOP</a:t>
            </a:r>
          </a:p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Backend Architecture &amp; Java HTTP Engine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Zero-Framework Java SE 21 com.sun.net.httpserver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502920"/>
            <a:ext cx="118872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D4ED8"/>
                </a:solidFill>
                <a:latin typeface="Arial"/>
              </a:defRPr>
            </a:pPr>
            <a:r>
              <a:t>SIST CSE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Lightweight Architecture Advantages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No Spring Boot Bloat: Saves 150+ MB memory footprint; executes natively on Java Runtime (JRE).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Modular HttpHandler Design: Handlers separated into distinct classes for clean separation.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Gson Serialization: Rapid, type-safe JSON serialization/deserialization.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Built-in Static File Server: Serves index.html, styles, and presentation slides effortlessly.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Concurrency &amp; Safety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Multi-threaded Request Pool: Server utilizes multi-threaded executor for concurrent clients.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Cross-Origin Resource Sharing (CORS): Configured with standard security headers.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Strict Input Validation: Rejects malformed JSON bodies with clean 400 Bad Request error codes.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Zero Process Leakage: Clean shutdown hooks properly terminate active database connections.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Smart Complaint Portal | Candidate: Sanjai (44731076) | B.E. CSE AI (2024-2028 / 3rd Year) | Sathyabama Institute of Science and Technology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D4ED8"/>
                </a:solidFill>
                <a:latin typeface="Arial"/>
              </a:defRPr>
            </a:pPr>
            <a:r>
              <a:t>SLIDE 12 / 20  •  PHASE 3: DEVELOP</a:t>
            </a:r>
          </a:p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Automated SLA Escalation Engine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Algorithmic 48-Hour Guarantee via Multi-Threaded Scheduled Tasks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502920"/>
            <a:ext cx="118872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D4ED8"/>
                </a:solidFill>
                <a:latin typeface="Arial"/>
              </a:defRPr>
            </a:pPr>
            <a:r>
              <a:t>SIST CSE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The Escalation Algorithm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Level 1 (0 to 24h): Ticket assigned to Department Coordinator with SLA clock active.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Level 2 (24 to 48h): If unacknowledged, auto-escalates to Head of Department (HOD).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Level 3 (&gt; 48h): If SLA breached, auto-escalates to Dean / Principal for administrative inquiry.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Database Query: TIMESTAMPDIFF(HOUR, created_at, NOW()) dynamically computes elapsed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Implementation Mechanics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ScheduledExecutorService: Java background daemon wakes up every 60 minutes to audit tickets.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Batch Database Updates: Updates escalation_level and logs audit trail entries atomically.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Zero Human Intervention: Eliminates administrative bias; escalation happens automatically by code.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Visible Public Banner: Student tracker displays active escalation status to keep staff accountable.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Smart Complaint Portal | Candidate: Sanjai (44731076) | B.E. CSE AI (2024-2028 / 3rd Year) | Sathyabama Institute of Science and Technology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D4ED8"/>
                </a:solidFill>
                <a:latin typeface="Arial"/>
              </a:defRPr>
            </a:pPr>
            <a:r>
              <a:t>SLIDE 13 / 20  •  PHASE 3: DEVELOP</a:t>
            </a:r>
          </a:p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Closed-Loop Governance: Student Rating Mechanism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Enforcing Administrative Integrity through Bidirectional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502920"/>
            <a:ext cx="118872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D4ED8"/>
                </a:solidFill>
                <a:latin typeface="Arial"/>
              </a:defRPr>
            </a:pPr>
            <a:r>
              <a:t>SIST CSE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The Governance Flaw in Legacy Systems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In traditional systems, administrators mark tickets 'Resolved' to boost their internal KPIs.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Students discover maintenance was never completed, leading to frustration and repeat complaints.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No objective administrative metric exists to measure true satisfaction or contractor quality.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Our Closed-Loop Solution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State Lock: When admin performs work, ticket moves to intermediate ACTION_TAKEN state.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Student Verification: Student receives rating prompt (1 to 5 stars + optional comment).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Final Transition: Only upon student feedback submission does ticket transition to RESOLVED.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Quality Feedback Loop: Staff ratings are aggregated into department performance reports.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Smart Complaint Portal | Candidate: Sanjai (44731076) | B.E. CSE AI (2024-2028 / 3rd Year) | Sathyabama Institute of Science and Technology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D4ED8"/>
                </a:solidFill>
                <a:latin typeface="Arial"/>
              </a:defRPr>
            </a:pPr>
            <a:r>
              <a:t>SLIDE 14 / 20  •  PHASE 3: DEVELOP</a:t>
            </a:r>
          </a:p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Automated Attachment Processing &amp; Optimization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Client-Side Canvas Downsampling &amp; Base64 Database Persistence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502920"/>
            <a:ext cx="118872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D4ED8"/>
                </a:solidFill>
                <a:latin typeface="Arial"/>
              </a:defRPr>
            </a:pPr>
            <a:r>
              <a:t>SIST CSE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The Mobile Upload Problem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Modern phone cameras produce photos ranging between 4 MB and 12 MB.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Direct uploads cause HTTP timeouts, database buffer exhaustion, and UI latency.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Traditional server-side storage requires S3 cloud buckets or complex filesystem access rights.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Our High-Performance Solution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HTML5 Canvas Pre-Processing: Client JavaScript intercepts selected file before upload.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Intelligent Downsampling: Constrains maximum dimension to 1200px preserving visual evidence.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JPEG Compression: Compresses at 0.75 quality, reducing payload size by &gt; 90% (under 150 KB).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Relational Storage: Preserved cleanly in MySQL LONGTEXT column without external file dependencies.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Smart Complaint Portal | Candidate: Sanjai (44731076) | B.E. CSE AI (2024-2028 / 3rd Year) | Sathyabama Institute of Science and Technology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D4ED8"/>
                </a:solidFill>
                <a:latin typeface="Arial"/>
              </a:defRPr>
            </a:pPr>
            <a:r>
              <a:t>SLIDE 15 / 20  •  PHASE 3: DEVELOP</a:t>
            </a:r>
          </a:p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Security Implementation &amp; Defensive Architecture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BCrypt Salting, Parameterized PreparedStatements &amp; OWASP Defense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502920"/>
            <a:ext cx="118872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D4ED8"/>
                </a:solidFill>
                <a:latin typeface="Arial"/>
              </a:defRPr>
            </a:pPr>
            <a:r>
              <a:t>SIST CSE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Credential Protection (BCrypt)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Plain-text passwords never touch database disks or network logging streams.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Industry-standard BCrypt hashing with work factor of 12 (4,096 cryptographic rounds).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Unique 128-bit salt generated per user; defeats rainbow table precomputation attacks.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Timing-safe comparisons prevent side-channel timing attack exploits.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OWASP Injection &amp; XSS Defense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100% PreparedStatements: All SQL queries use positional placeholders (?) to defeat SQL injection.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Context-Aware Sanitization: Strips script tags from complaint titles, descriptions, and feedback.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Role-Based Access Control: API endpoints enforce role separation between Students and Admins.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Rate-Limiting Friendly: Stateless REST structure supports reverse-proxy rate throttling.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Smart Complaint Portal | Candidate: Sanjai (44731076) | B.E. CSE AI (2024-2028 / 3rd Year) | Sathyabama Institute of Science and Technology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D4ED8"/>
                </a:solidFill>
                <a:latin typeface="Arial"/>
              </a:defRPr>
            </a:pPr>
            <a:r>
              <a:t>SLIDE 16 / 20  •  PHASE 3: INTEGRATION</a:t>
            </a:r>
          </a:p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End-to-End System Integration &amp; Workflow Trace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Chronological Lifecycle of a Live Student Grievance Ticket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502920"/>
            <a:ext cx="118872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D4ED8"/>
                </a:solidFill>
                <a:latin typeface="Arial"/>
              </a:defRPr>
            </a:pPr>
            <a:r>
              <a:t>SIST CSE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Submission to Action Flow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1. Student logs in and files grievance with auto-calculated priority and photo.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2. Backend creates record, generates unique Tracking ID (CMP-XXXXXXXX), and starts 48h timer.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3. Grievance appears on Coordinator Dashboard under real-time pending queue.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4. Coordinator reviews evidence and submits action log with maintenance crew notes.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Escalation &amp; Resolution Flow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5. If unacknowledged past 24 hours, background thread auto-escalates ticket to HOD.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6. Coordinator logs completion; ticket transitions to ACTION_TAKEN state.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7. Student reviews completed repair and submits 5-star rating with verification feedback.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8. Ticket transitions to RESOLVED with full audit trail preserved in database.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Smart Complaint Portal | Candidate: Sanjai (44731076) | B.E. CSE AI (2024-2028 / 3rd Year) | Sathyabama Institute of Science and Technology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D4ED8"/>
                </a:solidFill>
                <a:latin typeface="Arial"/>
              </a:defRPr>
            </a:pPr>
            <a:r>
              <a:t>SLIDE 17 / 20  •  PHASE 3: INTEGRATION</a:t>
            </a:r>
          </a:p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Acceptance Criteria Verification &amp; Test Results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Empirical Test Matrix across Core System Milestones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502920"/>
            <a:ext cx="118872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D4ED8"/>
                </a:solidFill>
                <a:latin typeface="Arial"/>
              </a:defRPr>
            </a:pPr>
            <a:r>
              <a:t>SIST CSE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Functional Test Verifications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AC 1 (Submission): 'Water leak in Hostel Room 204' -&gt; Auto-categorized HIGH priority. [PASSED]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AC 2 (Escalation): Artificial 49-hour age -&gt; Escalation level auto-increments to DEAN. [PASSED]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AC 3 (Closed-Loop): Admin attempts resolve without student rating -&gt; Rejected by backend. [PASSED]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AC 4 (Security): SQL injection attack 'OR 1=1' in login -&gt; Safely rejected with 401. [PASSED]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Non-Functional Test Metrics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Backend Cold-Start: Java native HttpServer launches in 380 ms.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API Latency: Average response time under 12 ms for complaint retrieval.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Image Downscaling: 8.4 MB camera photo compressed to 112 KB in under 90 ms.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Database Throughput: Handled 200 concurrent simulated queries with zero deadlocks.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Smart Complaint Portal | Candidate: Sanjai (44731076) | B.E. CSE AI (2024-2028 / 3rd Year) | Sathyabama Institute of Science and Technology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D4ED8"/>
                </a:solidFill>
                <a:latin typeface="Arial"/>
              </a:defRPr>
            </a:pPr>
            <a:r>
              <a:t>SLIDE 18 / 20  •  PHASE 4: DEPLOY</a:t>
            </a:r>
          </a:p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Engineering Challenges &amp; Technical Bug Log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Debugging Multi-Threading, MySQL Storage &amp; CORS in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502920"/>
            <a:ext cx="118872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D4ED8"/>
                </a:solidFill>
                <a:latin typeface="Arial"/>
              </a:defRPr>
            </a:pPr>
            <a:r>
              <a:t>SIST CSE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Bugs Encountered &amp; Resolved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Bug 1 (Attachment Truncation): Base64 data exceeded VARCHAR(255) -&gt; Altered column to LONGTEXT and added client-side canvas compression.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Bug 2 (Connection Refusal): MariaDB daemon crashed -&gt; Configured Windows auto-start service with console logging.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Bug 3 (Escalation Deadlock): Multiple threads updating same row -&gt; Wrapped escalation queries in explicit transactions with row locks.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Key Technical Takeaways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Always validate data boundaries: Relational columns must match worst-case data payloads.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Defensive client-side preprocessing: Offloading image compression to client saves massive server memory.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Atomic state machines: State transitions must be strictly enforced at the database query level.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Clear logging saves hours: Console tracing in native Java server accelerated bug isolation.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Smart Complaint Portal | Candidate: Sanjai (44731076) | B.E. CSE AI (2024-2028 / 3rd Year) | Sathyabama Institute of Science and Technology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D4ED8"/>
                </a:solidFill>
                <a:latin typeface="Arial"/>
              </a:defRPr>
            </a:pPr>
            <a:r>
              <a:t>SLIDE 19 / 20  •  PHASE 4: DEPLOY</a:t>
            </a:r>
          </a:p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Future Scope, Scaling &amp; Production Roadmap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Next-Generation Enhancements for Enterprise Campus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502920"/>
            <a:ext cx="118872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D4ED8"/>
                </a:solidFill>
                <a:latin typeface="Arial"/>
              </a:defRPr>
            </a:pPr>
            <a:r>
              <a:t>SIST CSE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AI &amp; Intelligence Roadmap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AI Duplicate Detection: Sentence-Transformer NLP embeddings to cluster duplicate complaints.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Computer Vision Verification: OpenCV / YOLO models to verify repair photos before/after.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Automated Sentiment Analysis: Flags high-distress student grievances for counselor intervention.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Predictive Maintenance: ML forecasting to alert maintenance teams before equipment breaks down.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Infrastructure &amp; Mobile Roadmap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SMS &amp; WhatsApp Notifications: Twilio API integration for real-time status alerts.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Native Mobile Application: Flutter cross-platform mobile app for one-click photo complaints.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Enterprise SSO: SAML 2.0 / OAuth integration with SIST University Google Workspace.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Containerization: Docker compose packaging for seamless multi-cloud Kubernetes deployment.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Smart Complaint Portal | Candidate: Sanjai (44731076) | B.E. CSE AI (2024-2028 / 3rd Year) | Sathyabama Institute of Science and Technology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D4ED8"/>
                </a:solidFill>
                <a:latin typeface="Arial"/>
              </a:defRPr>
            </a:pPr>
            <a:r>
              <a:t>SLIDE 20 / 20  •  PHASE 4: DEPLOY</a:t>
            </a:r>
          </a:p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Conclusion, Learnings &amp; Viva Defense Q&amp;A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Summary of Engineering Accomplishments &amp; Open Defense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502920"/>
            <a:ext cx="118872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D4ED8"/>
                </a:solidFill>
                <a:latin typeface="Arial"/>
              </a:defRPr>
            </a:pPr>
            <a:r>
              <a:t>SIST CSE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Key Accomplishments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Full-Stack Mastery: Built end-to-end web system integrating modern HTML5, pure Java SE 21, and MySQL 8.0.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Automated Governance: Solved real-world campus problem with algorithmic 48-hour SLA escalation.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Zero-Framework Efficiency: Demonstrated fundamental systems mastery with fast, lightweight execution.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Full SDLC Compliance: Executed all 4 SIST project phases with exhaustive documentation and runbook.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Candidate Information &amp; Viva Defense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Student Lead: Sanjai (Register Number: 44731076)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Department: B.E. Computer Science &amp; Engineering (Artificial Intelligence)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Batch &amp; Section: 2024 – 2028 / 3rd Year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Institution: Sathyabama Institute of Science and Technology (SIST)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Project Domain: Full-Stack Web Architecture, Database Systems &amp; Process Automation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 GitHub Repo: https://github.com/sanjai-19/smart-complaint-portal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Smart Complaint Portal | Candidate: Sanjai (44731076) | B.E. CSE AI (2024-2028 / 3rd Year) | Sathyabama Institute of Science and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